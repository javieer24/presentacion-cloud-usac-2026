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1" r:id="rId4"/>
    <p:sldId id="27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3" d="100"/>
          <a:sy n="83" d="100"/>
        </p:scale>
        <p:origin x="58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267706E-61F3-AC4C-6ED7-15FCE0606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2400" y="381000"/>
            <a:ext cx="2896468" cy="2896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929870C-0C7A-D7CD-7ADD-FAC814476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383000" cy="9144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1914B70-5E62-2E43-B82A-A8A9A01E4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4600" y="2490402"/>
            <a:ext cx="3124200" cy="416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22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E2D93A-8190-FFAA-6AB0-0C514F495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276" y="609600"/>
            <a:ext cx="7013448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32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343987E-F7C4-1079-1ABA-E9EA85F31D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276" y="609600"/>
            <a:ext cx="7013448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45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Personalizado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Javier Monjes</cp:lastModifiedBy>
  <cp:revision>4</cp:revision>
  <dcterms:created xsi:type="dcterms:W3CDTF">2006-08-16T00:00:00Z</dcterms:created>
  <dcterms:modified xsi:type="dcterms:W3CDTF">2026-10-06T20:52:11Z</dcterms:modified>
</cp:coreProperties>
</file>